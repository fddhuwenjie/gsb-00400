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产品B 智能办公平台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重新定义企业协作</a:t>
            </a:r>
          </a:p>
          <a:p/>
          <a:p>
            <a:r>
              <a:t>【为什么选择产品B】</a:t>
            </a:r>
          </a:p>
          <a:p>
            <a:r>
              <a:t>✓ 文档协作 - 多人实时编辑</a:t>
            </a:r>
          </a:p>
          <a:p>
            <a:r>
              <a:t>✓ 流程审批 - 移动端随时处理</a:t>
            </a:r>
          </a:p>
          <a:p>
            <a:r>
              <a:t>✓ 智能会议 - AI自动生成纪要</a:t>
            </a:r>
          </a:p>
          <a:p>
            <a:r>
              <a:t>✓ 知识管理 - 企业智慧沉淀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适用行业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🏛️ 政府机关 - 无纸化办公</a:t>
            </a:r>
          </a:p>
          <a:p>
            <a:r>
              <a:t>🏭 制造企业 - 生产协同</a:t>
            </a:r>
          </a:p>
          <a:p>
            <a:r>
              <a:t>🏫 教育机构 - 远程教学</a:t>
            </a:r>
          </a:p>
          <a:p>
            <a:r>
              <a:t>🏥 医疗单位 - 病历管理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安全合规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等保三级认证</a:t>
            </a:r>
          </a:p>
          <a:p>
            <a:r>
              <a:t>- 国产化全面适配</a:t>
            </a:r>
          </a:p>
          <a:p>
            <a:r>
              <a:t>- 私有化独立部署</a:t>
            </a:r>
          </a:p>
          <a:p/>
          <a:p>
            <a:r>
              <a:t>服务超过1000家企业</a:t>
            </a:r>
          </a:p>
          <a:p>
            <a:r>
              <a:t>覆盖50万+活跃用户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免费试用30天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400-XXX-XXXX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