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产品A 智能数据分析平台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让数据创造价值</a:t>
            </a:r>
          </a:p>
          <a:p/>
          <a:p>
            <a:r>
              <a:t>【产品亮点】</a:t>
            </a:r>
          </a:p>
          <a:p>
            <a:r>
              <a:t>✓ 一站式数据分析</a:t>
            </a:r>
          </a:p>
          <a:p>
            <a:r>
              <a:t>✓ AI智能洞察</a:t>
            </a:r>
          </a:p>
          <a:p>
            <a:r>
              <a:t>✓ 实时风险预警</a:t>
            </a:r>
          </a:p>
          <a:p>
            <a:r>
              <a:t>✓ 私有化部署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智能报表 - 自动生成，一键导出</a:t>
            </a:r>
          </a:p>
          <a:p>
            <a:r>
              <a:t>🔍 深度分析 - 多维度数据挖掘</a:t>
            </a:r>
          </a:p>
          <a:p>
            <a:r>
              <a:t>⚡ 实时计算 - 毫秒级响应</a:t>
            </a:r>
          </a:p>
          <a:p>
            <a:r>
              <a:t>🔒 安全可控 - 数据不出企业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行业认可与客户评价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金融科技创新奖</a:t>
            </a:r>
          </a:p>
          <a:p>
            <a:r>
              <a:t>- 最佳数据分析产品</a:t>
            </a:r>
          </a:p>
          <a:p>
            <a:r>
              <a:t>- 国产化适配认证</a:t>
            </a:r>
          </a:p>
          <a:p/>
          <a:p>
            <a:r>
              <a:t>"产品A帮助我们实现了数据分析的自动化，效率提升显著。" —— 某银行CTO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立即体验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扫码预约演示</a:t>
            </a:r>
          </a:p>
          <a:p>
            <a: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